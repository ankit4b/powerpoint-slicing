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260</c:v>
                </c:pt>
                <c:pt idx="4">
                  <c:v>320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18</c:v>
                </c:pt>
                <c:pt idx="3">
                  <c:v>25</c:v>
                </c:pt>
                <c:pt idx="4">
                  <c:v>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Frontend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Team A</c:v>
                </c:pt>
                <c:pt idx="1">
                  <c:v>Team B</c:v>
                </c:pt>
                <c:pt idx="2">
                  <c:v>Team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Backend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Team A</c:v>
                </c:pt>
                <c:pt idx="1">
                  <c:v>Team B</c:v>
                </c:pt>
                <c:pt idx="2">
                  <c:v>Team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10</c:v>
                </c:pt>
                <c:pt idx="2">
                  <c:v>12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Asia</c:v>
                </c:pt>
                <c:pt idx="1">
                  <c:v>Europe</c:v>
                </c:pt>
                <c:pt idx="2">
                  <c:v>America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Complex Presentation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Tables, Charts, Mixed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Scope</a:t>
            </a:r>
          </a:p>
          <a:p>
            <a:pPr lvl="1"/>
            <a:r>
              <a:t>Frontend: React</a:t>
            </a:r>
          </a:p>
          <a:p>
            <a:pPr lvl="1"/>
            <a:r>
              <a:t>Backend: Python / Node</a:t>
            </a:r>
          </a:p>
          <a:p>
            <a:pPr lvl="1"/>
            <a:r>
              <a:t>Database: SQL / NoSQL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Data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City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Ankit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Bangalore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Delhi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Sneha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Pune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Hyderabad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- Column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- Line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Share - Pie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Trend - Area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Stacked Bar - Team Output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6400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Doughnut Chart Example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demonstrates:</a:t>
            </a:r>
          </a:p>
          <a:p>
            <a:pPr lvl="1"/>
            <a:r>
              <a:t>Large tables</a:t>
            </a:r>
          </a:p>
          <a:p>
            <a:pPr lvl="1"/>
            <a:r>
              <a:t>Column, Line, Pie, Area, Stacked Bar, Doughnut charts</a:t>
            </a:r>
          </a:p>
          <a:p>
            <a:pPr lvl="1"/>
            <a:r>
              <a:t>Mixed layouts and structured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